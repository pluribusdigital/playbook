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4"/>
  </p:sldMasterIdLst>
  <p:notesMasterIdLst>
    <p:notesMasterId r:id="rId6"/>
  </p:notesMasterIdLst>
  <p:handoutMasterIdLst>
    <p:handoutMasterId r:id="rId7"/>
  </p:handoutMasterIdLst>
  <p:sldIdLst>
    <p:sldId id="33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E2DAEE-47A9-A3A5-C208-C4820B24AD19}" name="Julie Meloni" initials="JM" userId="S::jmeloni@pluribusdigital.com::43a43f2d-de6a-44cb-97a1-db097ed0dc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6CD"/>
    <a:srgbClr val="FCFFFF"/>
    <a:srgbClr val="F4F9FC"/>
    <a:srgbClr val="0B1F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8"/>
    <p:restoredTop sz="94606"/>
  </p:normalViewPr>
  <p:slideViewPr>
    <p:cSldViewPr snapToGrid="0">
      <p:cViewPr varScale="1">
        <p:scale>
          <a:sx n="114" d="100"/>
          <a:sy n="114" d="100"/>
        </p:scale>
        <p:origin x="1136" y="184"/>
      </p:cViewPr>
      <p:guideLst/>
    </p:cSldViewPr>
  </p:slideViewPr>
  <p:outlineViewPr>
    <p:cViewPr>
      <p:scale>
        <a:sx n="33" d="100"/>
        <a:sy n="33" d="100"/>
      </p:scale>
      <p:origin x="0" y="-113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3152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586A1A-7E73-711E-5B7D-5DD31426E8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E57B8-7F7D-8318-C877-EC68D28448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59E1D-A92B-C242-9E16-3D7C3CAE76A1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62BE4-F3C0-7FE8-7C93-E03E693AC3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EA176-DDB9-EB17-0C41-DD2F6C997B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422E7-FDA6-804E-9690-5E9CE2F5E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80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421469-2ABC-EA47-89A1-817A6CB7FE08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9E3B9-C15B-ED45-BB8A-0B2415906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043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7240CE-CB66-C8EF-B9A9-45971232FC49}"/>
              </a:ext>
            </a:extLst>
          </p:cNvPr>
          <p:cNvCxnSpPr>
            <a:cxnSpLocks/>
          </p:cNvCxnSpPr>
          <p:nvPr userDrawn="1"/>
        </p:nvCxnSpPr>
        <p:spPr>
          <a:xfrm>
            <a:off x="4573189" y="536448"/>
            <a:ext cx="0" cy="547700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A95498-546C-C5D8-A28E-D7ED96C8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52" y="547214"/>
            <a:ext cx="4046466" cy="54662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988414-6298-2A50-4C9D-25383EEC12EB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676774" y="547688"/>
            <a:ext cx="7073769" cy="546576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B895F7B-1C82-59CC-6C4F-DC07018E5E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7358" y="6491459"/>
            <a:ext cx="673382" cy="370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 i="0">
                <a:solidFill>
                  <a:schemeClr val="bg1">
                    <a:lumMod val="5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7CDDF9F4-D01E-834C-91D9-301011EC072E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43262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Pluribus Digital Confidential</a:t>
            </a:r>
            <a:endParaRPr lang="en-US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10AE426-CBD1-49BA-A1DA-945CCEE2ED8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CDDF9F4-D01E-834C-91D9-301011EC072E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AC5A2E-B057-192E-2C03-90A8F2FF795F}"/>
              </a:ext>
            </a:extLst>
          </p:cNvPr>
          <p:cNvSpPr/>
          <p:nvPr userDrawn="1"/>
        </p:nvSpPr>
        <p:spPr>
          <a:xfrm>
            <a:off x="-12357" y="-6557"/>
            <a:ext cx="182880" cy="68854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1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</p:sldLayoutIdLst>
  <p:hf hd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  <p15:guide id="11" orient="horz" pos="2160" userDrawn="1">
          <p15:clr>
            <a:srgbClr val="F26B43"/>
          </p15:clr>
        </p15:guide>
        <p15:guide id="1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01020015-01D5-2BB0-03CF-2189CF59F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3200" b="1" dirty="0">
                <a:latin typeface="Aptos" panose="020B0004020202020204" pitchFamily="34" charset="0"/>
              </a:rPr>
              <a:t>Logo</a:t>
            </a:r>
            <a:br>
              <a:rPr lang="en-US" sz="6600" b="1" dirty="0">
                <a:latin typeface="Aptos" panose="020B0004020202020204" pitchFamily="34" charset="0"/>
              </a:rPr>
            </a:br>
            <a:br>
              <a:rPr lang="en-US" sz="1300" b="1" dirty="0">
                <a:latin typeface="Aptos" panose="020B0004020202020204" pitchFamily="34" charset="0"/>
              </a:rPr>
            </a:br>
            <a:r>
              <a:rPr lang="en-US" sz="1300" b="0" dirty="0">
                <a:latin typeface="Aptos" panose="020B0004020202020204" pitchFamily="34" charset="0"/>
              </a:rPr>
              <a:t>The Pluribus brand logo is available in both horizontal and centered (stacked) formats to accommodate different layout requirements.</a:t>
            </a:r>
            <a:br>
              <a:rPr lang="en-US" sz="1300" b="0" dirty="0">
                <a:latin typeface="Aptos" panose="020B0004020202020204" pitchFamily="34" charset="0"/>
              </a:rPr>
            </a:br>
            <a:br>
              <a:rPr lang="en-US" sz="1300" b="0" dirty="0">
                <a:latin typeface="Aptos" panose="020B0004020202020204" pitchFamily="34" charset="0"/>
              </a:rPr>
            </a:br>
            <a:r>
              <a:rPr lang="en-US" sz="1300" b="0" dirty="0">
                <a:latin typeface="Aptos" panose="020B0004020202020204" pitchFamily="34" charset="0"/>
              </a:rPr>
              <a:t>Horizontal logo: Recommended for banner-style headings, title slides, section dividers, and areas with limited vertical space.</a:t>
            </a:r>
            <a:br>
              <a:rPr lang="en-US" sz="1300" b="0" dirty="0">
                <a:latin typeface="Aptos" panose="020B0004020202020204" pitchFamily="34" charset="0"/>
              </a:rPr>
            </a:br>
            <a:br>
              <a:rPr lang="en-US" sz="1300" b="0" dirty="0">
                <a:latin typeface="Aptos" panose="020B0004020202020204" pitchFamily="34" charset="0"/>
              </a:rPr>
            </a:br>
            <a:r>
              <a:rPr lang="en-US" sz="1300" b="0" dirty="0">
                <a:latin typeface="Aptos" panose="020B0004020202020204" pitchFamily="34" charset="0"/>
              </a:rPr>
              <a:t>Centered logo: Recommended for title slides and applications where a square or circular logo configuration is more appropriate.</a:t>
            </a:r>
            <a:br>
              <a:rPr lang="en-US" sz="1300" b="0" dirty="0">
                <a:latin typeface="Aptos" panose="020B0004020202020204" pitchFamily="34" charset="0"/>
              </a:rPr>
            </a:br>
            <a:br>
              <a:rPr lang="en-US" sz="1300" b="0" dirty="0">
                <a:latin typeface="Aptos" panose="020B0004020202020204" pitchFamily="34" charset="0"/>
              </a:rPr>
            </a:br>
            <a:r>
              <a:rPr lang="en-US" sz="1300" b="0" dirty="0">
                <a:latin typeface="Aptos" panose="020B0004020202020204" pitchFamily="34" charset="0"/>
              </a:rPr>
              <a:t>Logo mark: The standalone logo mark may be used in headers, footers, and other supporting brand elements where a simplified brand representation is suitable.</a:t>
            </a:r>
            <a:br>
              <a:rPr lang="en-US" sz="1300" b="0" dirty="0">
                <a:latin typeface="Aptos" panose="020B0004020202020204" pitchFamily="34" charset="0"/>
              </a:rPr>
            </a:br>
            <a:br>
              <a:rPr lang="en-US" sz="1300" b="0" dirty="0">
                <a:latin typeface="Aptos" panose="020B0004020202020204" pitchFamily="34" charset="0"/>
              </a:rPr>
            </a:br>
            <a:r>
              <a:rPr lang="en-US" sz="1300" b="0" dirty="0">
                <a:latin typeface="Aptos" panose="020B0004020202020204" pitchFamily="34" charset="0"/>
              </a:rPr>
              <a:t>To ensure accessibility and maintain optimal legibility, place the logo only on white or light backgrounds with 20% contrast or less, or on black or dark backgrounds with 90% contrast or greater. Avoid using the logo on backgrounds that do not provide sufficient contrast.</a:t>
            </a:r>
            <a:br>
              <a:rPr lang="en-US" sz="1400" b="0" dirty="0">
                <a:latin typeface="Aptos" panose="020B0004020202020204" pitchFamily="34" charset="0"/>
              </a:rPr>
            </a:br>
            <a:br>
              <a:rPr lang="en-US" sz="1400" b="0" dirty="0">
                <a:latin typeface="Aptos" panose="020B0004020202020204" pitchFamily="34" charset="0"/>
              </a:rPr>
            </a:br>
            <a:endParaRPr lang="en-US" sz="1400" b="0" dirty="0">
              <a:latin typeface="Aptos" panose="020B00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EC3B2-BD05-A833-6FAE-F134FFFA69BD}"/>
              </a:ext>
            </a:extLst>
          </p:cNvPr>
          <p:cNvSpPr/>
          <p:nvPr/>
        </p:nvSpPr>
        <p:spPr>
          <a:xfrm>
            <a:off x="4817328" y="2914938"/>
            <a:ext cx="5575610" cy="23728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E93FA54-C19F-0303-6CE8-F111BF9140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85633" y="693316"/>
            <a:ext cx="484493" cy="80748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B91BE9B-F52A-DDD4-08C5-8A4241A2CD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5633" y="3089962"/>
            <a:ext cx="484493" cy="80748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FB20870-2D57-C874-692B-8BA307E2D9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66080" y="1785410"/>
            <a:ext cx="484493" cy="80748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D069A4DA-C233-7792-1D3E-01612FFAD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0205" y="4154473"/>
            <a:ext cx="1039851" cy="1039851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E298075-BF22-9B5E-E4B9-6B4E45CD30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0205" y="681044"/>
            <a:ext cx="1039851" cy="1039851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CCD372F4-F2DA-7E6C-8ED1-C4E51BB09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0205" y="3015868"/>
            <a:ext cx="1039851" cy="1039851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A8FB2C29-C49F-D02C-B75E-A943AC1C53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0204" y="1765505"/>
            <a:ext cx="1039851" cy="1039851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86F8A927-EEB7-1FD7-4D0E-8204196E12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2175" y="4198785"/>
            <a:ext cx="2404091" cy="721227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8858082-76AD-3112-A928-BFE184342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2175" y="779577"/>
            <a:ext cx="2404091" cy="721227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51119EB-E1CD-115F-A7CA-05136B063B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2175" y="3114324"/>
            <a:ext cx="2404091" cy="721227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291978B-CF90-452C-6318-D8ABD57AEC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62176" y="1720895"/>
            <a:ext cx="2404091" cy="721227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37078008-72FD-3920-D2D6-1774802BF9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817218" y="5500262"/>
            <a:ext cx="909967" cy="909967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F75C31D1-CF4E-D8E3-8006-BD874ACBCB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16905" y="5500262"/>
            <a:ext cx="909967" cy="909967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14658816-50A9-0829-7DAF-0328C502AA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16592" y="5500262"/>
            <a:ext cx="909967" cy="909967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0BF2BE60-4120-6FF9-8EFC-DACEF4FFC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048944" y="5500262"/>
            <a:ext cx="842938" cy="84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39400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361EBC5873644FABA57413BD5DBA4C" ma:contentTypeVersion="9" ma:contentTypeDescription="Create a new document." ma:contentTypeScope="" ma:versionID="7bcc0e4feebf91d61a9d88a51ca27d32">
  <xsd:schema xmlns:xsd="http://www.w3.org/2001/XMLSchema" xmlns:xs="http://www.w3.org/2001/XMLSchema" xmlns:p="http://schemas.microsoft.com/office/2006/metadata/properties" xmlns:ns2="b077b62c-ed7c-4150-8024-2d6b244229f3" xmlns:ns3="4f8ce60d-4fd3-4b94-be88-f550632e9f2d" targetNamespace="http://schemas.microsoft.com/office/2006/metadata/properties" ma:root="true" ma:fieldsID="8dd82831e3795731ed47d89682b9ae56" ns2:_="" ns3:_="">
    <xsd:import namespace="b077b62c-ed7c-4150-8024-2d6b244229f3"/>
    <xsd:import namespace="4f8ce60d-4fd3-4b94-be88-f550632e9f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77b62c-ed7c-4150-8024-2d6b244229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2f3d5e8-4cbc-4330-98db-9e08645490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ce60d-4fd3-4b94-be88-f550632e9f2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a5e9f87-a7ef-46aa-895a-1a2f420c96cf}" ma:internalName="TaxCatchAll" ma:showField="CatchAllData" ma:web="4f8ce60d-4fd3-4b94-be88-f550632e9f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77b62c-ed7c-4150-8024-2d6b244229f3">
      <Terms xmlns="http://schemas.microsoft.com/office/infopath/2007/PartnerControls"/>
    </lcf76f155ced4ddcb4097134ff3c332f>
    <TaxCatchAll xmlns="4f8ce60d-4fd3-4b94-be88-f550632e9f2d" xsi:nil="true"/>
  </documentManagement>
</p:properties>
</file>

<file path=customXml/itemProps1.xml><?xml version="1.0" encoding="utf-8"?>
<ds:datastoreItem xmlns:ds="http://schemas.openxmlformats.org/officeDocument/2006/customXml" ds:itemID="{6AC616CF-F2B0-46D7-A97A-2F9682DF81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140C7B-0CB5-44A7-9C9B-D02062A184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77b62c-ed7c-4150-8024-2d6b244229f3"/>
    <ds:schemaRef ds:uri="4f8ce60d-4fd3-4b94-be88-f550632e9f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8B4D84-0DA5-4F35-82CE-732E25B948CE}">
  <ds:schemaRefs>
    <ds:schemaRef ds:uri="http://schemas.microsoft.com/office/2006/metadata/properties"/>
    <ds:schemaRef ds:uri="http://purl.org/dc/elements/1.1/"/>
    <ds:schemaRef ds:uri="b077b62c-ed7c-4150-8024-2d6b244229f3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4f8ce60d-4fd3-4b94-be88-f550632e9f2d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Words>153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Neue Haas Grotesk Text Pro</vt:lpstr>
      <vt:lpstr>Helena</vt:lpstr>
      <vt:lpstr>Logo  The Pluribus brand logo is available in both horizontal and centered (stacked) formats to accommodate different layout requirements.  Horizontal logo: Recommended for banner-style headings, title slides, section dividers, and areas with limited vertical space.  Centered logo: Recommended for title slides and applications where a square or circular logo configuration is more appropriate.  Logo mark: The standalone logo mark may be used in headers, footers, and other supporting brand elements where a simplified brand representation is suitable.  To ensure accessibility and maintain optimal legibility, place the logo only on white or light backgrounds with 20% contrast or less, or on black or dark backgrounds with 90% contrast or greater. Avoid using the logo on backgrounds that do not provide sufficient contrast.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Morris</dc:creator>
  <cp:lastModifiedBy>Ben Morris</cp:lastModifiedBy>
  <cp:revision>5</cp:revision>
  <dcterms:created xsi:type="dcterms:W3CDTF">2026-09-26T17:37:12Z</dcterms:created>
  <dcterms:modified xsi:type="dcterms:W3CDTF">2026-09-28T16:19:31Z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0x010100FE361EBC5873644FABA57413BD5DBA4C</vt:lpwstr>
  </property>
  <property fmtid="{D5CDD505-2E9C-101B-9397-08002B2CF9AE}" pid="3" name="MediaServiceImageTags">
    <vt:lpwstr/>
  </property>
</Properties>
</file>